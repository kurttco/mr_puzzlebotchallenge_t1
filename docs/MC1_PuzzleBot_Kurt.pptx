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54864" cy="548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8302752" y="384048"/>
            <a:ext cx="54864" cy="548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8193024" y="493776"/>
            <a:ext cx="54864" cy="548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8083296" y="603504"/>
            <a:ext cx="54864" cy="548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Shape 4"/>
          <p:cNvSpPr/>
          <p:nvPr/>
        </p:nvSpPr>
        <p:spPr>
          <a:xfrm>
            <a:off x="7973568" y="713232"/>
            <a:ext cx="54864" cy="548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822960"/>
            <a:ext cx="54864" cy="5486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011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TE3002B · MOBILE ROBOTS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331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 Challenge 1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548640" y="3063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básica del PuzzleBot real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48640" y="4160520"/>
            <a:ext cx="45720" cy="4572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160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 Cortés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A01385387 · Abril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 · HARDWARE + COMMS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estoy manejando?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27432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54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PuzzleBot real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186537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diferencial, Jetson Nano 2GB con Ubuntu 20.04 y ROS 2 Humble.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688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423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Hackerboard (ESP32)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97280" y="27340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Microcontrolador de las ruedas. Firmware flasheado previamente.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375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291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micro-ROS Agent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097280" y="360273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serial /dev/ttyUSB0 ↔ red ROS 2 del Jetson.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0" y="155448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57784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(Jetson)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223760" y="160020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 2 Humble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486400" y="246888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577840" y="2514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micro-ROS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223760" y="251460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 @USB0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486400" y="338328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577840" y="3429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Hackerboard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223760" y="342900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 firmware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486400" y="420624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577840" y="42519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L / R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223760" y="425196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diferencial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812280" y="2240280"/>
            <a:ext cx="0" cy="22860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6812280" y="3154680"/>
            <a:ext cx="0" cy="22860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6812280" y="4069080"/>
            <a:ext cx="0" cy="22860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9" name="Text 24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 Cortés · A01385387 · TE3002B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ENFOQUE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¿Por qué publico directo a las ruedas?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iteración del firmware, /cmd_vel no terminaba manejando el robot de forma fiable; los tópicos que sí responden son los setpoints por rueda.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73152" cy="1280160"/>
          </a:xfrm>
          <a:prstGeom prst="rect">
            <a:avLst/>
          </a:prstGeom>
          <a:solidFill>
            <a:srgbClr val="E55A44"/>
          </a:solidFill>
          <a:ln/>
        </p:spPr>
      </p:sp>
      <p:sp>
        <p:nvSpPr>
          <p:cNvPr id="8" name="Shape 6"/>
          <p:cNvSpPr/>
          <p:nvPr/>
        </p:nvSpPr>
        <p:spPr>
          <a:xfrm>
            <a:off x="3337560" y="2240280"/>
            <a:ext cx="960120" cy="274320"/>
          </a:xfrm>
          <a:prstGeom prst="rect">
            <a:avLst/>
          </a:prstGeom>
          <a:solidFill>
            <a:srgbClr val="E55A44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22402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DESCARTADO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/cmd_vel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que el firmware traduzca v, ω → ruedas. No terminó funcionando con la configuración actual.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5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103120"/>
            <a:ext cx="73152" cy="1280160"/>
          </a:xfrm>
          <a:prstGeom prst="rect">
            <a:avLst/>
          </a:prstGeom>
          <a:solidFill>
            <a:srgbClr val="5EB47A"/>
          </a:solidFill>
          <a:ln/>
        </p:spPr>
      </p:sp>
      <p:sp>
        <p:nvSpPr>
          <p:cNvPr id="14" name="Shape 12"/>
          <p:cNvSpPr/>
          <p:nvPr/>
        </p:nvSpPr>
        <p:spPr>
          <a:xfrm>
            <a:off x="7543800" y="2240280"/>
            <a:ext cx="960120" cy="274320"/>
          </a:xfrm>
          <a:prstGeom prst="rect">
            <a:avLst/>
          </a:prstGeom>
          <a:solidFill>
            <a:srgbClr val="5EB47A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22402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USADO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/VelocitySetL  ·  /VelocitySetR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651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std_msgs/Float32 directo a cada rueda. Control más crudo pero 100% reproducible.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0F1A3C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703320"/>
            <a:ext cx="411480" cy="4114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3444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bash con ros2 topic pub -1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234440" y="3977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topic pub -1 /VelocitySetL std_msgs/msg/Float32 "{data: 1.0}"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topic pub -1 /VelocitySetR std_msgs/msg/Float32 "{data: 1.0}"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 Cortés · A01385387 · TE3002B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PRUEBAS EJECUTADAS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Cuatro movimientos 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5C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2057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ruedas al mismo signo positivo.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468880"/>
            <a:ext cx="685800" cy="320040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4688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+1.0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89888" y="2468880"/>
            <a:ext cx="685800" cy="320040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12" name="Text 9"/>
          <p:cNvSpPr/>
          <p:nvPr/>
        </p:nvSpPr>
        <p:spPr>
          <a:xfrm>
            <a:off x="1389888" y="24688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+1.0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17720" y="155448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5C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73736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Retroceso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486400" y="2057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ruedas al mismo signo negativo.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800600" y="2468880"/>
            <a:ext cx="685800" cy="320040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18" name="Text 14"/>
          <p:cNvSpPr/>
          <p:nvPr/>
        </p:nvSpPr>
        <p:spPr>
          <a:xfrm>
            <a:off x="4800600" y="24688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-1.0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550408" y="2468880"/>
            <a:ext cx="685800" cy="320040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20" name="Text 16"/>
          <p:cNvSpPr/>
          <p:nvPr/>
        </p:nvSpPr>
        <p:spPr>
          <a:xfrm>
            <a:off x="5550408" y="24688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-1.0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57200" y="306324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5CC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4612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2588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izq.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32588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Signos opuestos: rueda derecha empuja.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40080" y="3977640"/>
            <a:ext cx="685800" cy="320040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26" name="Text 21"/>
          <p:cNvSpPr/>
          <p:nvPr/>
        </p:nvSpPr>
        <p:spPr>
          <a:xfrm>
            <a:off x="640080" y="39776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-1.0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1389888" y="3977640"/>
            <a:ext cx="685800" cy="320040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28" name="Text 23"/>
          <p:cNvSpPr/>
          <p:nvPr/>
        </p:nvSpPr>
        <p:spPr>
          <a:xfrm>
            <a:off x="1389888" y="39776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+1.0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617720" y="306324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5CC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246120"/>
            <a:ext cx="548640" cy="5486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8640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der.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548640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Signos opuestos: rueda izquierda empuja.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800600" y="3977640"/>
            <a:ext cx="685800" cy="320040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34" name="Text 28"/>
          <p:cNvSpPr/>
          <p:nvPr/>
        </p:nvSpPr>
        <p:spPr>
          <a:xfrm>
            <a:off x="4800600" y="39776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+1.0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5550408" y="3977640"/>
            <a:ext cx="685800" cy="320040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36" name="Text 30"/>
          <p:cNvSpPr/>
          <p:nvPr/>
        </p:nvSpPr>
        <p:spPr>
          <a:xfrm>
            <a:off x="5550408" y="39776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-1.0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 Cortés · A01385387 · TE3002B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ENTREGABLES · MC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se comprobó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02920" cy="27432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8105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 estables: Jetson ↔ Hackerboard vía micro-ROS Agent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313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recto con ambas ruedas en +1.0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3464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816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Retroceso con ambas ruedas en -1.0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3756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3319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izquierda y derecha con signos opuestos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 →  Mini Challenge 2: controlador de lazo abierto robusto.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Challenge 1 — PuzzleBot básico</dc:title>
  <dc:subject>PptxGenJS Presentation</dc:subject>
  <dc:creator>Kurt Cortés</dc:creator>
  <cp:lastModifiedBy>Kurt Cortés</cp:lastModifiedBy>
  <cp:revision>1</cp:revision>
  <dcterms:created xsi:type="dcterms:W3CDTF">2026-04-17T09:47:58Z</dcterms:created>
  <dcterms:modified xsi:type="dcterms:W3CDTF">2026-04-17T09:47:58Z</dcterms:modified>
</cp:coreProperties>
</file>