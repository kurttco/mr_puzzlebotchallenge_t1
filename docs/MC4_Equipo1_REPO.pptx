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CHALLENGE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Navegacion con percepcion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semaforo en el PuzzleBot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22860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1 - REPO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Tecnologico de Monterrey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Robotica Movil - TE3002B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Robotics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325880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reto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suma percepcion visual al sistema de navegacion ya validado en el reto anterior.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83880" cy="758952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64008" cy="7589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6362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44475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 de 6 waypoints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173736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en lazo cerrado una trayectoria con al menos seis waypoints, incluyendo el punto inicial y el final.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221992"/>
            <a:ext cx="8183880" cy="758952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2221992"/>
            <a:ext cx="64008" cy="7589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1401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2951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Deteccion del semaforo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80160" y="2587752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los colores verde, amarillo y rojo, y ejecutar la accion de control correspondiente a cada uno.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3072384"/>
            <a:ext cx="8183880" cy="758952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2920" y="3072384"/>
            <a:ext cx="64008" cy="7589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6440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14553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pruebas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80160" y="3438144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Contrastar el comportamiento esperado contra el logrado, identificando robustez y optimalidad.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2920" y="3922776"/>
            <a:ext cx="8183880" cy="758952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02920" y="3922776"/>
            <a:ext cx="64008" cy="7589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11480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9959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Compensacion de perturbaciones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280160" y="4288536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demostrar la compensacion implementada para no-linealidades y perturbaciones.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1 - REPO    |    Mini Challenge 4 - PuzzleBot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sistema de navegacion del reto anterior se anade una rama de percepcion (en azul claro):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783080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/video_source/raw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0" y="1325880"/>
            <a:ext cx="1783080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325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traffic_light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_detector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691640"/>
            <a:ext cx="457200" cy="0"/>
          </a:xfrm>
          <a:prstGeom prst="line">
            <a:avLst/>
          </a:prstGeom>
          <a:noFill/>
          <a:ln w="19050">
            <a:solidFill>
              <a:srgbClr val="1A233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" y="2697480"/>
            <a:ext cx="1691640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97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697480"/>
            <a:ext cx="1691640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697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(PID+FSM+sem)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2697480"/>
            <a:ext cx="1691640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2697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cmd_vel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2697480"/>
            <a:ext cx="1691640" cy="731520"/>
          </a:xfrm>
          <a:prstGeom prst="rect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697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PuzzleBot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94560" y="3063240"/>
            <a:ext cx="274320" cy="0"/>
          </a:xfrm>
          <a:prstGeom prst="line">
            <a:avLst/>
          </a:prstGeom>
          <a:noFill/>
          <a:ln w="19050">
            <a:solidFill>
              <a:srgbClr val="1A233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160520" y="3063240"/>
            <a:ext cx="274320" cy="0"/>
          </a:xfrm>
          <a:prstGeom prst="line">
            <a:avLst/>
          </a:prstGeom>
          <a:noFill/>
          <a:ln w="19050">
            <a:solidFill>
              <a:srgbClr val="1A233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26480" y="3063240"/>
            <a:ext cx="274320" cy="0"/>
          </a:xfrm>
          <a:prstGeom prst="line">
            <a:avLst/>
          </a:prstGeom>
          <a:noFill/>
          <a:ln w="19050">
            <a:solidFill>
              <a:srgbClr val="1A233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30168" y="2057400"/>
            <a:ext cx="0" cy="64008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70332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/semaphore_state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169164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749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odometry_node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42048" y="3429000"/>
            <a:ext cx="0" cy="320040"/>
          </a:xfrm>
          <a:prstGeom prst="line">
            <a:avLst/>
          </a:prstGeom>
          <a:noFill/>
          <a:ln w="19050">
            <a:solidFill>
              <a:srgbClr val="06A77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0128" y="4046220"/>
            <a:ext cx="3090672" cy="0"/>
          </a:xfrm>
          <a:prstGeom prst="line">
            <a:avLst/>
          </a:prstGeom>
          <a:noFill/>
          <a:ln w="19050">
            <a:solidFill>
              <a:srgbClr val="06A77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0128" y="3429000"/>
            <a:ext cx="0" cy="617220"/>
          </a:xfrm>
          <a:prstGeom prst="line">
            <a:avLst/>
          </a:prstGeom>
          <a:noFill/>
          <a:ln w="19050">
            <a:solidFill>
              <a:srgbClr val="06A77D"/>
            </a:solidFill>
            <a:prstDash val="solid"/>
            <a:headEnd type="triangle"/>
          </a:ln>
        </p:spPr>
      </p:sp>
      <p:sp>
        <p:nvSpPr>
          <p:cNvPr id="28" name="Text 26"/>
          <p:cNvSpPr/>
          <p:nvPr/>
        </p:nvSpPr>
        <p:spPr>
          <a:xfrm>
            <a:off x="3657600" y="40873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A7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/robot_pose  (realimentacion de pose)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480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en este reto: </a:t>
            </a:r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nodo traffic_light_detector procesa la imagen de la camara y publica el estado del semaforo. El controller lo recibe y ajusta su comportamiento sin alterar la logica de control de bajo nivel.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1 - REPO    |    Mini Challenge 4 - PuzzleBot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Deteccion del semaforo: como funciona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imagen de la camara pasa por una cadena de procesamiento que termina en un color decidido.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120640" cy="612648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457200" cy="6126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 HSV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6550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se pasa de RGB a HSV, un espacio donde el color es mas estable ante cambios de iluminacion.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048256"/>
            <a:ext cx="5120640" cy="612648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048256"/>
            <a:ext cx="457200" cy="6126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48256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209397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rango de color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3317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aislan los pixeles de cada color con rangos calibrados. El rojo usa dos rangos por su naturaleza ciclica.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724912"/>
            <a:ext cx="5120640" cy="612648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24912"/>
            <a:ext cx="457200" cy="6126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24912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27706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ruido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0083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morfologicas eliminan los puntos sueltos y rellenan huecos en las regiones detectadas.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401568"/>
            <a:ext cx="5120640" cy="612648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401568"/>
            <a:ext cx="457200" cy="6126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01568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34472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forma circular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685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aceptan regiones suficientemente redondas y compactas, descartando objetos del fondo.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4078224"/>
            <a:ext cx="5120640" cy="612648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078224"/>
            <a:ext cx="457200" cy="6126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78224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97280" y="412394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del color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43616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el circulo valido de mayor area. Se publica el estado del semaforo con su nivel de confianza.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06440" y="1371600"/>
            <a:ext cx="2880360" cy="2194560"/>
          </a:xfrm>
          <a:prstGeom prst="rect">
            <a:avLst/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1463040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nucleo del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hsv  = cv2.cvtColor(img, BGR2HSV)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cv2.inRange(hsv, lower, upper)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morphology(mask)   # open+close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cnts = cv2.findContours(mask)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cnts: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area = contourArea(c)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circ = 4*pi*area/perim**2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area &gt; MIN and circ &gt; 0.65: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candidato valido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06440" y="3703320"/>
            <a:ext cx="2880360" cy="960120"/>
          </a:xfrm>
          <a:prstGeom prst="rect">
            <a:avLst/>
          </a:prstGeom>
          <a:solidFill>
            <a:srgbClr val="EFF8F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776472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circulos: </a:t>
            </a:r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forma redonda evita falsos positivos de objetos rojos o verdes del fondo que no son el semaforo.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1 - REPO    |    Mini Challenge 4 - PuzzleBot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de respuesta al semaforo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743200" cy="1874520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2743200" cy="45720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total inmediato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robot se detiene y queda 'enganchado'. Permanece detenido aunque el rojo desaparezca o deje de detectarse.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743200" cy="1874520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097280"/>
            <a:ext cx="2743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1627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reducido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96596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velocidad lineal baja al 40%. El control de direccion sigue activo para no perder la trayectoria.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097280"/>
            <a:ext cx="2743200" cy="1874520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097280"/>
            <a:ext cx="2743200" cy="45720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1627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normal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robot sigue su trayectoria a velocidad completa. Solo el verde sostenido libera el enganche del rojo.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8183880" cy="1508760"/>
          </a:xfrm>
          <a:prstGeom prst="rect">
            <a:avLst/>
          </a:prstGeom>
          <a:solidFill>
            <a:srgbClr val="FDF1EC"/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310128"/>
            <a:ext cx="310896" cy="3108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51560" y="32735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enganche del rojo y su asimetria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5800" y="3703320"/>
            <a:ext cx="7909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se diseno asimetrico a proposito: 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una sola lectura de rojo para detener el robot (rapidez ante el peligro), pero se exigen varias lecturas seguidas de verde para volver a avanzar (cautela al reanudar). 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Ademas, si la camara pierde de vista el semaforo mientras el robot esta detenido, el sistema mantiene el alto: nunca avanza 'por defecto'. Esto cumple la regla del reto de permanecer detenido hasta ver verde.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1 - REPO    |    Mini Challenge 4 - PuzzleBot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 entre vision y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del semaforo no reescribe el controlador: actua como una capa final que modula su salida.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481328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+ FSM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v, 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el waypoint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84248" y="1938528"/>
            <a:ext cx="210312" cy="0"/>
          </a:xfrm>
          <a:prstGeom prst="line">
            <a:avLst/>
          </a:prstGeom>
          <a:noFill/>
          <a:ln w="19050">
            <a:solidFill>
              <a:srgbClr val="1A233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1417320"/>
            <a:ext cx="1481328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4813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zone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82880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v cerca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objetivo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75888" y="1938528"/>
            <a:ext cx="210312" cy="0"/>
          </a:xfrm>
          <a:prstGeom prst="line">
            <a:avLst/>
          </a:prstGeom>
          <a:noFill/>
          <a:ln w="19050">
            <a:solidFill>
              <a:srgbClr val="1A233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86200" y="1417320"/>
            <a:ext cx="148132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4813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Semaforo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86200" y="182880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RED / YELLOW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GREEN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67528" y="1938528"/>
            <a:ext cx="210312" cy="0"/>
          </a:xfrm>
          <a:prstGeom prst="line">
            <a:avLst/>
          </a:prstGeom>
          <a:noFill/>
          <a:ln w="19050">
            <a:solidFill>
              <a:srgbClr val="1A233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77840" y="1417320"/>
            <a:ext cx="1481328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4813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Slew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182880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cambios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bruscos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059168" y="1938528"/>
            <a:ext cx="210312" cy="0"/>
          </a:xfrm>
          <a:prstGeom prst="line">
            <a:avLst/>
          </a:prstGeom>
          <a:noFill/>
          <a:ln w="19050">
            <a:solidFill>
              <a:srgbClr val="1A233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69480" y="1417320"/>
            <a:ext cx="1481328" cy="105156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14813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182880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final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etapa de semaforo se inserta despues del PID y antes del slew rate: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063240"/>
            <a:ext cx="8183880" cy="1024128"/>
          </a:xfrm>
          <a:prstGeom prst="rect">
            <a:avLst/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154680"/>
            <a:ext cx="7909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dentro del loop de control, justo antes de publicar: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v_cmd, w_cmd = pid_y_fsm()              # lo que el control quiere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v_cmd        = approach_slowdown(v_cmd) # frena cerca del waypoint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 estado == RED:     v_cmd, w_cmd = 0.0, 0.0   # alto 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estado == YELLOW:  v_cmd = v_cmd * 0.4       # avance lento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publish_cmd(v_cmd, w_cmd)               # slew rate -&gt; rampa suave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2793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de este diseno: la PID, la maquina de estados y la odometria siguen operando exactamente igual que en el reto anterior. La vision solo cambia que tanto de ese comando llega a las ruedas.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1 - REPO    |    Mini Challenge 4 - PuzzleBot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 de 6 waypoints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4114800"/>
            <a:ext cx="1371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4114800"/>
            <a:ext cx="1371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4114800"/>
            <a:ext cx="0" cy="-274320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1371600"/>
            <a:ext cx="-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371600"/>
            <a:ext cx="0" cy="274320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" y="4032504"/>
            <a:ext cx="164592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86584" y="4032504"/>
            <a:ext cx="164592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58184" y="4032504"/>
            <a:ext cx="164592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8184" y="1289304"/>
            <a:ext cx="164592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984" y="1289304"/>
            <a:ext cx="164592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1A2332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361188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" y="4160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wp0 / wp5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194560" y="4160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566160" y="4160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886200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417320" y="3291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semaforo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754880" y="1143000"/>
            <a:ext cx="3931920" cy="3520440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del recorrido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937760" y="1691640"/>
            <a:ext cx="3611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2 x 2 metros, recorrido en forma de rectangulo perimetral.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waypoints en total, contando el inicial y el final (que coinciden en el origen).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waypoint intermedio en el primer tramo deja espacio para colocar el semaforo sin perder de vista al robot.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path generator valida que cada waypoint sea alcanzable antes de comenzar y publica el siguiente solo cuando el actual se confirma.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total recorrida: aproximadamente 8 metros.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1 - REPO    |    Mini Challenge 4 - PuzzleBot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Compensacion de no-linealidades y perturbaciones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4023360" cy="1078992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64008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16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muerta del motor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20440" y="1234440"/>
            <a:ext cx="914400" cy="21945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234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no-linealidad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67512" y="150876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debajo de cierto comando el motor no responde. El termino integral del PID acumula hasta superar ese umbral.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27448" y="1143000"/>
            <a:ext cx="4023360" cy="1078992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7448" y="1143000"/>
            <a:ext cx="64008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16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de corriente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44968" y="1234440"/>
            <a:ext cx="914400" cy="2194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4968" y="1234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perturbacion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92040" y="150876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bruscos de comando reiniciaban la electronica. La limitacion de tasa de cambio genera rampas suaves.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350008"/>
            <a:ext cx="4023360" cy="1078992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350008"/>
            <a:ext cx="64008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del sensor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20440" y="2441448"/>
            <a:ext cx="914400" cy="2194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4414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perturbacion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67512" y="271576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lecturas de los encoders tienen ruido. Se filtra el termino derivativo y se usa la configuracion de QoS adecuada.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27448" y="2350008"/>
            <a:ext cx="4023360" cy="1078992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27448" y="2350008"/>
            <a:ext cx="64008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odometria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44968" y="2441448"/>
            <a:ext cx="914400" cy="21945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44968" y="24414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no-linealidad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92040" y="271576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estimacion de posicion subestimaba la distancia real. Se calibro un factor de escala para corregirla.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557016"/>
            <a:ext cx="4023360" cy="1078992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557016"/>
            <a:ext cx="64008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3630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Sobrepaso del objetivo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520440" y="3648456"/>
            <a:ext cx="914400" cy="2194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648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perturbacion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67512" y="392277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robot se pasaba del waypoint. La zona de aproximacion reduce la velocidad de forma progresiva al acercarse.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27448" y="3557016"/>
            <a:ext cx="4023360" cy="1078992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27448" y="3557016"/>
            <a:ext cx="64008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630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visual de fondo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744968" y="3648456"/>
            <a:ext cx="914400" cy="21945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44968" y="36484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no-linealidad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92040" y="392277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de colores en la escena. El filtro de forma circular descarta lo que no es un circulo compacto.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1 - REPO    |    Mini Challenge 4 - PuzzleBot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pruebas: esperado vs logrado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81838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06324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Comportamiento esperado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Comportamiento logrado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Trayectoria de 6 waypoints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Recorrer los 6 puntos y cerrar en el origen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Recorrido completado; error final dentro de la tolerancia de 5 cm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Deteccion de ROJO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Detenerse de inmediato al ver el circulo rojo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total; el robot se mantuvo detenido aunque se retirara el rojo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Deteccion de AMARILLO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Continuar el avance pero a menor velocidad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 lineal reducida al 40%, sin perder el seguimiento de ruta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Deteccion de VERDE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Reanudar o continuar a velocidad normal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Avance normal; el enganche del rojo se libero tras verde sostenido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Semaforo no hardcodeado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accion depende de lo que ve, no de la posicion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retirar el semaforo, el robot recorrio la ruta sin detenerse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24528"/>
            <a:ext cx="8183880" cy="457200"/>
          </a:xfrm>
          <a:prstGeom prst="rect">
            <a:avLst/>
          </a:prstGeom>
          <a:solidFill>
            <a:srgbClr val="EFF8FB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1596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42245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del semaforo retirado es la evidencia de que el sistema realmente percibe y no sigue una secuencia programada.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1 - REPO    |    Mini Challenge 4 - PuzzleBot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metricas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de cada corrida se guarda en un archivo de datos y se procesa para generar las graficas del reporte.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4023360" cy="1060704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904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 recorrida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" y="177393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real del robot, con cada punto coloreado segun el estado del semaforo en ese instante.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27448" y="1371600"/>
            <a:ext cx="4023360" cy="1060704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49047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0368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posicion vs tiempo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92040" y="177393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tan lejos esta del objetivo en cada momento; las zonas sombreadas marcan cuando estuvo detenido por el rojo.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02920" y="2560320"/>
            <a:ext cx="4023360" cy="1060704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7919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6517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de velocidad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67512" y="296265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lo que el controlador pidio contra lo que de verdad se publico: ahi se ve el efecto del semaforo.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727448" y="2560320"/>
            <a:ext cx="4023360" cy="1060704"/>
          </a:xfrm>
          <a:prstGeom prst="rect">
            <a:avLst/>
          </a:prstGeom>
          <a:solidFill>
            <a:srgbClr val="F4F7FA"/>
          </a:solidFill>
          <a:ln w="9525">
            <a:solidFill>
              <a:srgbClr val="E5E9E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67919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30368" y="26517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 de tiempo del semaforo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892040" y="296265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 secuencia de estados detectados y cuanto duro activo el enganche del rojo.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02920" y="3840480"/>
            <a:ext cx="8183880" cy="86868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58368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que se reportan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58368" y="41879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del recorrido  ·  tiempo efectivo en movimiento  ·  tiempo detenido por el rojo  ·  error medio y maximo de posicion  ·  error angular medio  ·  suavidad del control  ·  error final por cada waypoint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1 - REPO    |    Mini Challenge 4 - PuzzleBot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aprendio al sumar percepcion al control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229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percepcion se integra mejor como una capa, no como un reemplazo.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navegacion validado en el reto anterior no se modifico: la vision solo se anadio como una etapa que modula la salida del control.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diseno asimetrico aporta seguridad.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rapido para detenerse y cauto para reanudar, ademas de mantener el alto cuando se pierde de vista el semaforo, hace que el comportamiento sea predecible y seguro.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de forma da robustez a la vision.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que la deteccion sea un circulo compacto, y no solo un color, reduce de manera notable los falsos positivos del fondo.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es lo que permite afirmar.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graficas de error, comando y linea de tiempo del semaforo convierten 'el robot funciona bien' en una afirmacion respaldada con datos.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1 - REPO  |  Mini Challenge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MC4 PuzzleBot - Equipo 1 REPO</dc:title>
  <dc:subject>PptxGenJS Presentation</dc:subject>
  <dc:creator>Equipo 1 - REPO</dc:creator>
  <cp:lastModifiedBy>Equipo 1 - REPO</cp:lastModifiedBy>
  <cp:revision>1</cp:revision>
  <dcterms:created xsi:type="dcterms:W3CDTF">2026-05-14T17:57:46Z</dcterms:created>
  <dcterms:modified xsi:type="dcterms:W3CDTF">2026-05-14T17:57:46Z</dcterms:modified>
</cp:coreProperties>
</file>